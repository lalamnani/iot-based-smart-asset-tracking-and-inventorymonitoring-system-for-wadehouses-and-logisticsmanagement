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rimson Pro SemiBold" panose="020B0604020202020204" charset="0"/>
      <p:regular r:id="rId13"/>
    </p:embeddedFont>
    <p:embeddedFont>
      <p:font typeface="Heebo" panose="020F0502020204030204" pitchFamily="2" charset="-79"/>
      <p:regular r:id="rId14"/>
    </p:embeddedFont>
    <p:embeddedFont>
      <p:font typeface="Heebo Bold" panose="020B0604020202020204" charset="-79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0169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803499"/>
            <a:ext cx="6296860" cy="2362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IoT-Based Smart Asset Tracking and Inventory Monitoring System for Warehouses and Logistics Management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4449564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 intelligent IoT-powered platform for real-time asset tracking, automated inventory monitoring, and efficient logistics management.</a:t>
            </a:r>
            <a:endParaRPr lang="en-US" sz="14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C9CB85-085E-D0AE-1EA5-C901699FB6A0}"/>
              </a:ext>
            </a:extLst>
          </p:cNvPr>
          <p:cNvSpPr txBox="1"/>
          <p:nvPr/>
        </p:nvSpPr>
        <p:spPr>
          <a:xfrm>
            <a:off x="10511759" y="6027827"/>
            <a:ext cx="15888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dirty="0"/>
              <a:t>LALAM NANI</a:t>
            </a:r>
            <a:br>
              <a:rPr lang="en-IN" dirty="0"/>
            </a:br>
            <a:r>
              <a:rPr lang="en-IN" dirty="0"/>
              <a:t>323129520082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945" y="493216"/>
            <a:ext cx="4403516" cy="58715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35186"/>
            <a:ext cx="6296860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Problem Statement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1421011"/>
            <a:ext cx="2943052" cy="319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Efficient asset and inventory tracking is essential for warehouses and logistics organizations. Yet most operations still rely on </a:t>
            </a: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manual record-keeping</a:t>
            </a: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periodic stock verification — methods that fall short in today's fast-moving environments.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These traditional approaches make it difficult to monitor asset movement and inventory levels in real time, creating critical gaps in operational visibility.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1632" y="1454745"/>
            <a:ext cx="2943052" cy="12967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85151" y="1642070"/>
            <a:ext cx="2492213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Inventory Inaccuracies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4285151" y="2055019"/>
            <a:ext cx="2492213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Manual processes introduce errors that compound over time.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21632" y="2901454"/>
            <a:ext cx="2943052" cy="15513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285151" y="3088779"/>
            <a:ext cx="2492213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Operational Losses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4285151" y="3501727"/>
            <a:ext cx="2492213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Lack of continuous monitoring leads to misplaced assets and stock discrepancies.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21632" y="4602758"/>
            <a:ext cx="2943052" cy="15513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285151" y="4790083"/>
            <a:ext cx="2492213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Inefficient Management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4285151" y="5203031"/>
            <a:ext cx="2492213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real-time visibility means reactive rather than proactive decisions.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504" y="483295"/>
            <a:ext cx="4418398" cy="58914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92931"/>
            <a:ext cx="6296860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61475" y="1259979"/>
            <a:ext cx="6296860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</a:t>
            </a:r>
            <a:r>
              <a:rPr lang="en-US" sz="12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IoT-Based Smart Asset Tracking and Inventory Monitoring System</a:t>
            </a: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leverages IoT technologies to deliver continuous, automated oversight of assets and inventory across warehouse and logistics environments.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61475" y="2068215"/>
            <a:ext cx="6296860" cy="844352"/>
          </a:xfrm>
          <a:prstGeom prst="roundRect">
            <a:avLst>
              <a:gd name="adj" fmla="val 2728"/>
            </a:avLst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814962" y="2221706"/>
            <a:ext cx="598988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Continuous Tracking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4962" y="2536428"/>
            <a:ext cx="598988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Continuously track asset locations and inventory levels without manual intervention.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1475" y="3037284"/>
            <a:ext cx="6296860" cy="1066998"/>
          </a:xfrm>
          <a:prstGeom prst="roundRect">
            <a:avLst>
              <a:gd name="adj" fmla="val 2159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814962" y="3190776"/>
            <a:ext cx="598988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Centralized Platform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14962" y="3505498"/>
            <a:ext cx="598988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single platform consolidates all asset and inventory information for unified monitoring.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1475" y="4229001"/>
            <a:ext cx="6296860" cy="1066998"/>
          </a:xfrm>
          <a:prstGeom prst="roundRect">
            <a:avLst>
              <a:gd name="adj" fmla="val 2159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814962" y="4382492"/>
            <a:ext cx="598988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Secure Interface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14962" y="4697214"/>
            <a:ext cx="598988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secure, user-friendly interface supports system access and management for authorized personnel.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1475" y="5420717"/>
            <a:ext cx="6296860" cy="844352"/>
          </a:xfrm>
          <a:prstGeom prst="roundRect">
            <a:avLst>
              <a:gd name="adj" fmla="val 2728"/>
            </a:avLst>
          </a:prstGeom>
          <a:solidFill>
            <a:srgbClr val="F2EEEE"/>
          </a:solidFill>
          <a:ln/>
        </p:spPr>
      </p:sp>
      <p:sp>
        <p:nvSpPr>
          <p:cNvPr id="16" name="Text 13"/>
          <p:cNvSpPr/>
          <p:nvPr/>
        </p:nvSpPr>
        <p:spPr>
          <a:xfrm>
            <a:off x="814962" y="5574209"/>
            <a:ext cx="598988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Stock Movement Visibility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14962" y="5888930"/>
            <a:ext cx="598988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Monitor stock movement in real time to maintain accurate, up-to-date inventory records.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1395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Technologies and Components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08100"/>
            <a:ext cx="1137911" cy="11379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620466"/>
            <a:ext cx="258637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RFID Tags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61475" y="2958009"/>
            <a:ext cx="2586370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Identification and tracking of individual assets throughout the warehouse.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2267" y="1308100"/>
            <a:ext cx="1137911" cy="11379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2267" y="2620466"/>
            <a:ext cx="258637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GPS Modules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3422267" y="2958009"/>
            <a:ext cx="2586370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Tracking precise asset locations, especially for logistics and in-transit assets.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3059" y="1308100"/>
            <a:ext cx="1137911" cy="11379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83059" y="2620466"/>
            <a:ext cx="258637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Barcode Scanners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6183059" y="2958009"/>
            <a:ext cx="2586370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Scanning and recording inventory information quickly and accurately.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3850" y="1308100"/>
            <a:ext cx="1137911" cy="11379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43850" y="2620466"/>
            <a:ext cx="258637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IoT Communication Modules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8943850" y="2958009"/>
            <a:ext cx="2586370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Transmitting tracking and inventory data across the network in real time.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3961904"/>
            <a:ext cx="1137911" cy="11379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5274270"/>
            <a:ext cx="258637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Cloud Connectivity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661475" y="5611813"/>
            <a:ext cx="2586370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Centralized storage and accessibility of all asset and inventory information.</a:t>
            </a:r>
            <a:endParaRPr lang="en-US" sz="12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2267" y="3961904"/>
            <a:ext cx="1137911" cy="113794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422267" y="5274270"/>
            <a:ext cx="258637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Real-Time Monitoring</a:t>
            </a:r>
            <a:endParaRPr lang="en-US" sz="1550" dirty="0"/>
          </a:p>
        </p:txBody>
      </p:sp>
      <p:sp>
        <p:nvSpPr>
          <p:cNvPr id="20" name="Text 12"/>
          <p:cNvSpPr/>
          <p:nvPr/>
        </p:nvSpPr>
        <p:spPr>
          <a:xfrm>
            <a:off x="3422267" y="5611813"/>
            <a:ext cx="2586370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Continuous visibility of assets and inventory across all operational areas.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9927"/>
            <a:ext cx="10868745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System Working Process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46758"/>
            <a:ext cx="10868745" cy="48909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98699" y="1293985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Identify Assets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298699" y="1671521"/>
            <a:ext cx="1902004" cy="382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Tag items with RFID or barcodes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179801" y="4962227"/>
            <a:ext cx="1912454" cy="293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Capture Data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179801" y="5339763"/>
            <a:ext cx="1912454" cy="382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Scan and track with devices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040002" y="1257407"/>
            <a:ext cx="1902003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Transmit Data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040002" y="1634944"/>
            <a:ext cx="1902003" cy="382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IoT modules send data to cloud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921104" y="4815262"/>
            <a:ext cx="1902004" cy="587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Real-time Monitoring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921104" y="5486727"/>
            <a:ext cx="1902004" cy="382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5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Platform updates locations and alerts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1475" y="6020792"/>
            <a:ext cx="10868745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system follows a seamless end-to-end pipeline — from physical identification of assets through RFID or barcodes, to cloud-based real-time monitoring and automated alerts — ensuring continuous, accurate oversight of all warehouse and logistics operations.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99914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Asset Tracking and Inventory Monitoring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553692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Asset Tracking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3037979"/>
            <a:ext cx="2917851" cy="2853928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Real-time asset location tracking throughout warehouse and logistics operations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Asset information management for complete visibility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Improved asset visibility across all operational zones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046833" y="2553692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Inventory Monitoring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046833" y="3037979"/>
            <a:ext cx="2917851" cy="2551509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Continuous inventory-level monitoring and availability tracking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Stock movement recording for accurate, up-to-date records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Automatic identification of low-stock conditions to prevent shortfalls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Dashboard and Analytics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39006"/>
            <a:ext cx="5874000" cy="58741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72403" y="3667621"/>
            <a:ext cx="476406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Centralized Interactive Dashboard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772403" y="3862487"/>
            <a:ext cx="4764068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platform's dashboard brings together all critical operational data in one place, enabling informed decision-making across inventory and logistics functions.</a:t>
            </a:r>
            <a:endParaRPr lang="en-US" sz="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895" y="6922244"/>
            <a:ext cx="141681" cy="1416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8549" y="6919317"/>
            <a:ext cx="509773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Asset Locations &amp; Inventory Status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968549" y="7095232"/>
            <a:ext cx="509773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Live view of where assets are and current stock availability.</a:t>
            </a:r>
            <a:endParaRPr lang="en-US" sz="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0735" y="6922244"/>
            <a:ext cx="141681" cy="1416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32389" y="6919317"/>
            <a:ext cx="509783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Stock Movement History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6432389" y="7095232"/>
            <a:ext cx="509783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 audit trail of inventory changes and asset movements.</a:t>
            </a:r>
            <a:endParaRPr lang="en-US" sz="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895" y="7306022"/>
            <a:ext cx="141681" cy="1416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8549" y="7303095"/>
            <a:ext cx="509773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Low-Stock Alerts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968549" y="7479010"/>
            <a:ext cx="509773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notifications when inventory falls below defined thresholds.</a:t>
            </a:r>
            <a:endParaRPr lang="en-US" sz="7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0735" y="7306022"/>
            <a:ext cx="141681" cy="14168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432389" y="7303095"/>
            <a:ext cx="509783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Warehouse Analytics</a:t>
            </a:r>
            <a:endParaRPr lang="en-US" sz="900" dirty="0"/>
          </a:p>
        </p:txBody>
      </p:sp>
      <p:sp>
        <p:nvSpPr>
          <p:cNvPr id="17" name="Text 10"/>
          <p:cNvSpPr/>
          <p:nvPr/>
        </p:nvSpPr>
        <p:spPr>
          <a:xfrm>
            <a:off x="6432389" y="7479010"/>
            <a:ext cx="509783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Review real-time asset and inventory data to support strategic decisions.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797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Benefits of the Proposed System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61475" y="1244402"/>
            <a:ext cx="5374347" cy="1613297"/>
          </a:xfrm>
          <a:prstGeom prst="roundRect">
            <a:avLst>
              <a:gd name="adj" fmla="val 1400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812085" y="1395016"/>
            <a:ext cx="451831" cy="451842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6304" y="1519238"/>
            <a:ext cx="203294" cy="2032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085" y="1966813"/>
            <a:ext cx="507312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Improved Inventory Accuracy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12085" y="2274094"/>
            <a:ext cx="5073126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monitoring eliminates manual errors and keeps records precise.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55774" y="1244402"/>
            <a:ext cx="5374446" cy="1613297"/>
          </a:xfrm>
          <a:prstGeom prst="roundRect">
            <a:avLst>
              <a:gd name="adj" fmla="val 1400"/>
            </a:avLst>
          </a:prstGeom>
          <a:solidFill>
            <a:srgbClr val="F2EEEE"/>
          </a:solidFill>
          <a:ln/>
        </p:spPr>
      </p:sp>
      <p:sp>
        <p:nvSpPr>
          <p:cNvPr id="9" name="Shape 6"/>
          <p:cNvSpPr/>
          <p:nvPr/>
        </p:nvSpPr>
        <p:spPr>
          <a:xfrm>
            <a:off x="6306384" y="1395016"/>
            <a:ext cx="451831" cy="451842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0603" y="1519238"/>
            <a:ext cx="203294" cy="20329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06384" y="1966813"/>
            <a:ext cx="507322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Enhanced Asset Visibility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306384" y="2274094"/>
            <a:ext cx="5073225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Real-time tracking provides complete awareness of asset locations at all times.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61475" y="2977654"/>
            <a:ext cx="5374347" cy="1613297"/>
          </a:xfrm>
          <a:prstGeom prst="roundRect">
            <a:avLst>
              <a:gd name="adj" fmla="val 1400"/>
            </a:avLst>
          </a:prstGeom>
          <a:solidFill>
            <a:srgbClr val="F2EEEE"/>
          </a:solidFill>
          <a:ln/>
        </p:spPr>
      </p:sp>
      <p:sp>
        <p:nvSpPr>
          <p:cNvPr id="14" name="Shape 10"/>
          <p:cNvSpPr/>
          <p:nvPr/>
        </p:nvSpPr>
        <p:spPr>
          <a:xfrm>
            <a:off x="812085" y="3128268"/>
            <a:ext cx="451831" cy="451842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304" y="3252490"/>
            <a:ext cx="203294" cy="20329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2085" y="3700066"/>
            <a:ext cx="507312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Reduced Operational Losses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12085" y="4007346"/>
            <a:ext cx="5073126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Continuous monitoring minimizes misplacement, theft, and stock discrepancies.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155774" y="2977654"/>
            <a:ext cx="5374446" cy="1613297"/>
          </a:xfrm>
          <a:prstGeom prst="roundRect">
            <a:avLst>
              <a:gd name="adj" fmla="val 1400"/>
            </a:avLst>
          </a:prstGeom>
          <a:solidFill>
            <a:srgbClr val="F2EEEE"/>
          </a:solidFill>
          <a:ln/>
        </p:spPr>
      </p:sp>
      <p:sp>
        <p:nvSpPr>
          <p:cNvPr id="19" name="Shape 14"/>
          <p:cNvSpPr/>
          <p:nvPr/>
        </p:nvSpPr>
        <p:spPr>
          <a:xfrm>
            <a:off x="6306384" y="3128268"/>
            <a:ext cx="451831" cy="451842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30603" y="3252490"/>
            <a:ext cx="203294" cy="20329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06384" y="3700066"/>
            <a:ext cx="507322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Real-Time Monitoring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306384" y="4007346"/>
            <a:ext cx="5073225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Instant data updates support proactive rather than reactive management.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61475" y="4710906"/>
            <a:ext cx="5374347" cy="1613297"/>
          </a:xfrm>
          <a:prstGeom prst="roundRect">
            <a:avLst>
              <a:gd name="adj" fmla="val 1400"/>
            </a:avLst>
          </a:prstGeom>
          <a:solidFill>
            <a:srgbClr val="F2EEEE"/>
          </a:solidFill>
          <a:ln/>
        </p:spPr>
      </p:sp>
      <p:sp>
        <p:nvSpPr>
          <p:cNvPr id="24" name="Shape 18"/>
          <p:cNvSpPr/>
          <p:nvPr/>
        </p:nvSpPr>
        <p:spPr>
          <a:xfrm>
            <a:off x="812085" y="4861520"/>
            <a:ext cx="451831" cy="451842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6304" y="4985742"/>
            <a:ext cx="203294" cy="20329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12085" y="5433318"/>
            <a:ext cx="507312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Better Warehouse Management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812085" y="5740598"/>
            <a:ext cx="5073126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Improved inventory and asset data drives smarter warehouse operations.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155774" y="4710906"/>
            <a:ext cx="5374446" cy="1613297"/>
          </a:xfrm>
          <a:prstGeom prst="roundRect">
            <a:avLst>
              <a:gd name="adj" fmla="val 1400"/>
            </a:avLst>
          </a:prstGeom>
          <a:solidFill>
            <a:srgbClr val="F2EEEE"/>
          </a:solidFill>
          <a:ln/>
        </p:spPr>
      </p:sp>
      <p:sp>
        <p:nvSpPr>
          <p:cNvPr id="29" name="Shape 22"/>
          <p:cNvSpPr/>
          <p:nvPr/>
        </p:nvSpPr>
        <p:spPr>
          <a:xfrm>
            <a:off x="6306384" y="4861520"/>
            <a:ext cx="451831" cy="451842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30603" y="4985742"/>
            <a:ext cx="203294" cy="20329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306384" y="5433318"/>
            <a:ext cx="5073225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Efficient Logistics Operations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6306384" y="5740598"/>
            <a:ext cx="5073225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processes replace manual workflows, accelerating logistics throughput.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Applications and Scalability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39006"/>
            <a:ext cx="4764068" cy="47641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2471" y="2977952"/>
            <a:ext cx="587400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Where the System Applies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662471" y="3172817"/>
            <a:ext cx="5874000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IoT-Based Smart Asset Tracking and Inventory Monitoring System is designed to serve a broad range of industries and operational environments:</a:t>
            </a:r>
            <a:endParaRPr lang="en-US" sz="7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system is built to be </a:t>
            </a:r>
            <a:r>
              <a:rPr lang="en-US" sz="7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secure and scalable</a:t>
            </a: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supporting centralized asset and inventory monitoring across different operational environments as organizations grow.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661475" y="5809357"/>
            <a:ext cx="378014" cy="567035"/>
          </a:xfrm>
          <a:prstGeom prst="roundRect">
            <a:avLst>
              <a:gd name="adj" fmla="val 50000"/>
            </a:avLst>
          </a:prstGeom>
          <a:solidFill>
            <a:srgbClr val="F2EEEE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9641" y="6021983"/>
            <a:ext cx="141681" cy="1416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86716" y="5903813"/>
            <a:ext cx="1044350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Warehouses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661475" y="6423620"/>
            <a:ext cx="378014" cy="567035"/>
          </a:xfrm>
          <a:prstGeom prst="roundRect">
            <a:avLst>
              <a:gd name="adj" fmla="val 50000"/>
            </a:avLst>
          </a:prstGeom>
          <a:solidFill>
            <a:srgbClr val="F2EEEE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9641" y="6636246"/>
            <a:ext cx="141681" cy="1416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86716" y="6518077"/>
            <a:ext cx="1044350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Logistics Companies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661475" y="7037884"/>
            <a:ext cx="378014" cy="567035"/>
          </a:xfrm>
          <a:prstGeom prst="roundRect">
            <a:avLst>
              <a:gd name="adj" fmla="val 50000"/>
            </a:avLst>
          </a:prstGeom>
          <a:solidFill>
            <a:srgbClr val="F2EEEE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9641" y="7250509"/>
            <a:ext cx="141681" cy="1416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86716" y="7132340"/>
            <a:ext cx="1044350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Manufacturing Industries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61475" y="7652147"/>
            <a:ext cx="378014" cy="567035"/>
          </a:xfrm>
          <a:prstGeom prst="roundRect">
            <a:avLst>
              <a:gd name="adj" fmla="val 50000"/>
            </a:avLst>
          </a:prstGeom>
          <a:solidFill>
            <a:srgbClr val="F2EEEE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9641" y="7864773"/>
            <a:ext cx="141681" cy="14168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86716" y="7746603"/>
            <a:ext cx="1044350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Retail Businesses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661475" y="8266410"/>
            <a:ext cx="378014" cy="567035"/>
          </a:xfrm>
          <a:prstGeom prst="roundRect">
            <a:avLst>
              <a:gd name="adj" fmla="val 50000"/>
            </a:avLst>
          </a:prstGeom>
          <a:solidFill>
            <a:srgbClr val="F2EEEE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9641" y="8479036"/>
            <a:ext cx="141681" cy="14168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86716" y="8360866"/>
            <a:ext cx="1044350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Supply Chain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287" y="502940"/>
            <a:ext cx="4388832" cy="5852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21295"/>
            <a:ext cx="6296860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61475" y="1359495"/>
            <a:ext cx="6296860" cy="115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</a:t>
            </a: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IoT-Based Smart Asset Tracking and Inventory Monitoring System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represents a significant advancement over traditional manual inventory practices — delivering continuous, automated, and intelligent oversight of assets and inventory across warehouse and logistics operations.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1475" y="2946598"/>
            <a:ext cx="303760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Continuous Asset Tracking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1475" y="3339009"/>
            <a:ext cx="3037605" cy="115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Real-time IoT-powered tracking ensures assets are always accounted for throughout the supply chain.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920729" y="2946598"/>
            <a:ext cx="3037605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Automated Inventory Monitoring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920729" y="3625056"/>
            <a:ext cx="3037605" cy="115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processes replace manual workflows, improving accuracy and reducing operational losses.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1475" y="5367338"/>
            <a:ext cx="629686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Optimized Operations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61475" y="5759748"/>
            <a:ext cx="6296860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Real-time information supports effective, intelligent warehouse management and efficient logistics operations.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6075" y="2712740"/>
            <a:ext cx="3088404" cy="508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3" name="Shape 10"/>
          <p:cNvSpPr/>
          <p:nvPr/>
        </p:nvSpPr>
        <p:spPr>
          <a:xfrm>
            <a:off x="3895330" y="2712740"/>
            <a:ext cx="3088404" cy="508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4" name="Shape 11"/>
          <p:cNvSpPr/>
          <p:nvPr/>
        </p:nvSpPr>
        <p:spPr>
          <a:xfrm>
            <a:off x="636075" y="5133479"/>
            <a:ext cx="6347658" cy="50800"/>
          </a:xfrm>
          <a:prstGeom prst="rect">
            <a:avLst/>
          </a:prstGeom>
          <a:solidFill>
            <a:srgbClr val="2150F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755</Words>
  <Application>Microsoft Office PowerPoint</Application>
  <PresentationFormat>Widescreen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Heebo Bold</vt:lpstr>
      <vt:lpstr>Crimson Pro SemiBold</vt:lpstr>
      <vt:lpstr>Arial</vt:lpstr>
      <vt:lpstr>Heebo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LOKESH VARMA</cp:lastModifiedBy>
  <cp:revision>2</cp:revision>
  <dcterms:created xsi:type="dcterms:W3CDTF">2026-08-19T06:15:58Z</dcterms:created>
  <dcterms:modified xsi:type="dcterms:W3CDTF">2026-10-04T18:20:58Z</dcterms:modified>
</cp:coreProperties>
</file>